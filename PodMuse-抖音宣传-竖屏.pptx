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2A2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40" y="9692640"/>
            <a:ext cx="2743200" cy="2743200"/>
          </a:xfrm>
          <a:prstGeom prst="ellipse">
            <a:avLst/>
          </a:prstGeom>
          <a:solidFill>
            <a:srgbClr val="2A2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914400"/>
            <a:ext cx="1097280" cy="109728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859536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977639"/>
            <a:ext cx="731520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28600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29768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微软雅黑"/>
              </a:rPr>
              <a:t>PodMuse 新功能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064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C9C2E8"/>
                </a:solidFill>
                <a:latin typeface="微软雅黑"/>
              </a:rPr>
              <a:t>把播客变成你的第二大脑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7665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855F7"/>
                </a:solidFill>
                <a:latin typeface="微软雅黑"/>
              </a:rPr>
              <a:t>剪藏插件 · AI 知识卡片 · PDF 导出 · 知识图谱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8813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F87B8"/>
                </a:solidFill>
                <a:latin typeface="微软雅黑"/>
              </a:rPr>
              <a:t>官网 xuxuya66.top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-548640"/>
            <a:ext cx="2011680" cy="201168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WHY PODMUSE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听完就忘，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好节目都白听了？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E8A9E"/>
                </a:solidFill>
                <a:latin typeface="微软雅黑"/>
              </a:rPr>
              <a:t>听过 ≠ 学到。一期 40 分钟的播客，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8E8A9E"/>
                </a:solidFill>
                <a:latin typeface="微软雅黑"/>
              </a:rPr>
              <a:t>几天后你只记得「好像听过」。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77840"/>
            <a:ext cx="5486400" cy="1051560"/>
          </a:xfrm>
          <a:prstGeom prst="roundRect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779007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18181B"/>
                </a:solidFill>
                <a:latin typeface="微软雅黑"/>
              </a:rPr>
              <a:t>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42431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181B"/>
                </a:solidFill>
                <a:latin typeface="微软雅黑"/>
              </a:rPr>
              <a:t>想不起重点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18134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A9E"/>
                </a:solidFill>
                <a:latin typeface="微软雅黑"/>
              </a:rPr>
              <a:t>只能整期重听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6858000"/>
            <a:ext cx="5486400" cy="1051560"/>
          </a:xfrm>
          <a:prstGeom prst="roundRect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7059168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18181B"/>
                </a:solidFill>
                <a:latin typeface="微软雅黑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702259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181B"/>
                </a:solidFill>
                <a:latin typeface="微软雅黑"/>
              </a:rPr>
              <a:t>笔记散落各处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746150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A9E"/>
                </a:solidFill>
                <a:latin typeface="微软雅黑"/>
              </a:rPr>
              <a:t>知识没有沉淀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8138160"/>
            <a:ext cx="5486400" cy="1051560"/>
          </a:xfrm>
          <a:prstGeom prst="roundRect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8339328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18181B"/>
                </a:solidFill>
                <a:latin typeface="微软雅黑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830275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8181B"/>
                </a:solidFill>
                <a:latin typeface="微软雅黑"/>
              </a:rPr>
              <a:t>想引用找不到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8741664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E8A9E"/>
                </a:solidFill>
                <a:latin typeface="微软雅黑"/>
              </a:rPr>
              <a:t>翻记录翻到崩溃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99669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7C3AED"/>
                </a:solidFill>
                <a:latin typeface="微软雅黑"/>
              </a:rPr>
              <a:t>PodMuse：一条链接，</a:t>
            </a:r>
          </a:p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7C3AED"/>
                </a:solidFill>
                <a:latin typeface="微软雅黑"/>
              </a:rPr>
              <a:t>自动变成你的知识库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8046720"/>
            <a:ext cx="1828800" cy="182880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NEW · 剪藏插件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复制链接，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自动弹窗一键剪藏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刷到好节目，复制链接即可——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右下角自动弹出 PodMuse，确认即送处理。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5010912"/>
            <a:ext cx="5705856" cy="9974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插件展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120640"/>
            <a:ext cx="5486400" cy="113948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377440" y="11109960"/>
            <a:ext cx="210312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11099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6858000"/>
            <a:ext cx="1463040" cy="146304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AI 播客工作区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粘贴链接 → 自动转写 → 提炼 → 结构化，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全程进度可视，批量处理不等待。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4370832"/>
            <a:ext cx="5705856" cy="9974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工作台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80560"/>
            <a:ext cx="54864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40080" y="1463040"/>
            <a:ext cx="1645920" cy="164592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NEW · AI 知识卡片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一期节目，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生成一张知识卡片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1080×1440 分享卡：总结 + 观点 + 对比，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直接发朋友圈、小红书、抖音。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1" y="4919472"/>
            <a:ext cx="4791456" cy="8348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导出的宣传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029200"/>
            <a:ext cx="4572000" cy="4564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-457200"/>
            <a:ext cx="1737360" cy="173736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KNOWLEDGE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知识点自动互链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人物、概念、项目自动建卡互链，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你的知识长成一张网。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4370832"/>
            <a:ext cx="5705856" cy="9974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知识关联页面的关系图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80560"/>
            <a:ext cx="54864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8778240"/>
            <a:ext cx="1554480" cy="155448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NEW · PDF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三种版式，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一键导出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单篇 / 合集笔记，正式文档直接归档。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4828032"/>
            <a:ext cx="1956815" cy="33084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DF导出展示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937760"/>
            <a:ext cx="1737360" cy="120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404872" y="4828032"/>
            <a:ext cx="1956815" cy="33084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DF导出展示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937760"/>
            <a:ext cx="1737360" cy="12060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16552" y="4828032"/>
            <a:ext cx="1956815" cy="33084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DF导出展示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937760"/>
            <a:ext cx="1737360" cy="12109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7863840"/>
            <a:ext cx="1737360" cy="173736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ASK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对着笔记库提问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答案来自你听过的每一期，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每条回答都带引用来源。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4370832"/>
            <a:ext cx="5705856" cy="9974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问答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80560"/>
            <a:ext cx="54864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60720" y="1280160"/>
            <a:ext cx="1371600" cy="1371600"/>
          </a:xfrm>
          <a:prstGeom prst="ellipse">
            <a:avLst/>
          </a:prstGeom>
          <a:solidFill>
            <a:srgbClr val="F5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AED"/>
                </a:solidFill>
                <a:latin typeface="微软雅黑"/>
              </a:rPr>
              <a:t>SUBSCRIPTIONS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35607"/>
            <a:ext cx="50292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订阅追踪，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8181B"/>
                </a:solidFill>
                <a:latin typeface="微软雅黑"/>
              </a:rPr>
              <a:t>更新不错过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E8A9E"/>
                </a:solidFill>
                <a:latin typeface="微软雅黑"/>
              </a:rPr>
              <a:t>自动追踪新节目，历史随时回看。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4370832"/>
            <a:ext cx="5705856" cy="99742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订阅页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480560"/>
            <a:ext cx="5486400" cy="3000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9966960"/>
            <a:ext cx="2743200" cy="2743200"/>
          </a:xfrm>
          <a:prstGeom prst="ellipse">
            <a:avLst/>
          </a:prstGeom>
          <a:solidFill>
            <a:srgbClr val="2A2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-822960"/>
            <a:ext cx="2011680" cy="2011680"/>
          </a:xfrm>
          <a:prstGeom prst="ellipse">
            <a:avLst/>
          </a:prstGeom>
          <a:solidFill>
            <a:srgbClr val="2A2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54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2004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把播客，变成你的第二大脑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C9C2E8"/>
                </a:solidFill>
                <a:latin typeface="微软雅黑"/>
              </a:rPr>
              <a:t>免费下载 · Windows · 数据 100% 本地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5394960"/>
            <a:ext cx="21945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5550408"/>
            <a:ext cx="1874519" cy="187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7955279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9C2E8"/>
                </a:solidFill>
                <a:latin typeface="微软雅黑"/>
              </a:rPr>
              <a:t>扫码访问官网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68680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A855F7"/>
                </a:solidFill>
                <a:latin typeface="微软雅黑"/>
              </a:rPr>
              <a:t>xuxuya66.top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9966960"/>
            <a:ext cx="2560320" cy="685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996696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免费下载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1475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E8A9E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